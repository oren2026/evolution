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意圖驅動的多節點 AI 軟體建構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4572000" cy="36576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軟體工程 × 人工智慧  ·  2026 年第二學期 期末報告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研究動機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 AI 程式碼生成工具的瓶頸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單一 Prompt 無法處理多領域任務（前端/後端/資料庫）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推理過程不透明，方向錯誤只能事後追蹤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缺乏顯性的需求收斂機制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只能表達「規格（What）」，無法理解「意圖（Why）」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核心問題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如何讓 AI 在實作前先理解任務複雜度？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" cy="18288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860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「如何讓 AI 在開始實作之前，先理解任務的複雜度，自動決定分工策略，並在過程中保持決策的可解釋性？」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→ Compiler → Executor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輸入（任務描述）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Planner（三階段决策）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├─ S1：確認需求 → 問題清單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├─ S2：分析問題 → 複雜度指標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 S3：規劃派工 → Solo / Fork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Compiler（Manifest → NodeGraph）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├─ ExecutionGraph：拓撲排序 + 循環偵測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 NodeFactory：角色系統提示詞生成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Executor（依賴圖驅動執行）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 GraphExecutor：按 tier 順序執行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分工決策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vs Fork 模式判定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閾值判斷樹：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branches ≤ 2 且 diversity ≤ 1 且 complexity ≤ 0.6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Solo（單節點處理）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否則 → Fork（多節點分工）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每個子節點有 role（planner/analyst/architect/qa）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以及 expected_output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轉譯流程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PlannerManifest → 可執行節點圖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ExecutionGraph::from_manifest()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建立節點圖，計算拓撲分層（tier 0/1/2...）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NodeFactory::create_nodes()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根據 EstimatedNode 的 role 生成系統提示詞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建立 LLMNode（Planner/Analyst/Architect/QA）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循環依賴偵測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若有循環依賴，回傳 GraphError::CyclicDependency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執行流程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Tier-based 節點圖執行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execution_order()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按 tier 分組，同一 tier 可並行執行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依序執行每個 tier 的節點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每個節點接收上游輸出作為 context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記錄輸出到 tier_outputs，供下游使用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graph.hit(node_id)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更新節點命中計數（用於熱度追蹤）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System 核心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從直線 Pipe 重構為作業系統架構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v0.3.0 新增：kernel/（sync Rust，tokio-less）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kernel/mod.rs       — Kernel 本體，syscall() 單一進場點（422行）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kernel/process.rs   — Process / ProcessState / Pid（147行）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kernel/mailbox.rs   — FIFO 訊息佇列（57行）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kernel/process_table.rs — index-based 行程表（122行）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kernel/scheduler.rs — FIFO 排程器（93行）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kernel/syscall.rs   — SysCallKind（93行）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kernel/system_process.rs — SystemProcess trait（148行）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ProcessTable: index 0 保留（無效 PID），PID=index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E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Scheduler: FIFO，不遞迴 update()，sync_valid_pids() 統一維護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模組結構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v0.1.0 ~ v0.4.0 演進歷程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v0.1.0 — Planner（決策邏輯、分工閾值）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v0.2.0 — 規格文件 + 期末投影片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v0.3.0 — OS System 核心（Kernel module）+ Compiler 整合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v0.4.0 — Planner→Kernel→Executor 端對端流程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核心模組：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src/planner/   — decision.rs, stages.rs, manifest.rs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src/kernel/    — mod.rs, process.rs, mailbox.rs, scheduler.rs, syscall.rs, system_process.rs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src/runtime/   — executor.rs, graph_executor.rs, dispatcher.rs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src/node/      — mod.rs, dyn_skill_node.rs, skill_node.rs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src/skill/     — registry.rs, llm.rs, analysis.rs, filesystem.rs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展示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端到端執行流程演示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2743200"/>
            <a:ext cx="6400800" cy="1828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（待實作）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結論與未來展望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0" cy="18288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從規劃到執行的完整流程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已實現：Planner（三階段分工）+ OS Kernel（Process/Mailbox/Scheduler）+ Compiler（藍圖轉譯）+ Executor（依賴驅動）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未來工作：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v0.4.0 — Planner→Kernel→Executor 端對端流程（Node 包裝、Executor 行程）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v0.5.0 — Storage（圖的持久化，load/save）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v0.6.0 — Memory Graph（呼叫鏈追蹤與經驗復用）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核心定位：不只是 Code Generator，是 AI Reasoning/Collaboration 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2026-05-28T12:52:47Z</dcterms:created>
  <dcterms:modified xsi:type="dcterms:W3CDTF">2026-05-28T12:52:47Z</dcterms:modified>
</cp:coreProperties>
</file>