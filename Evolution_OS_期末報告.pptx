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OS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意圖驅動的多節點 AI 軟體建構系統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412480" y="4572000"/>
            <a:ext cx="137160" cy="13716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0" y="4572000"/>
            <a:ext cx="137160" cy="137160"/>
          </a:xfrm>
          <a:prstGeom prst="ellipse">
            <a:avLst/>
          </a:prstGeom>
          <a:solidFill>
            <a:srgbClr val="AAAAAA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0" y="4572000"/>
            <a:ext cx="137160" cy="137160"/>
          </a:xfrm>
          <a:prstGeom prst="ellipse">
            <a:avLst/>
          </a:prstGeom>
          <a:solidFill>
            <a:srgbClr val="AAAAA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研究動機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現有 AI 工具的四大瓶頸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412480" y="4572000"/>
            <a:ext cx="137160" cy="13716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0" y="4572000"/>
            <a:ext cx="137160" cy="137160"/>
          </a:xfrm>
          <a:prstGeom prst="ellipse">
            <a:avLst/>
          </a:prstGeom>
          <a:solidFill>
            <a:srgbClr val="AAAAAA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0" y="4572000"/>
            <a:ext cx="137160" cy="137160"/>
          </a:xfrm>
          <a:prstGeom prst="ellipse">
            <a:avLst/>
          </a:prstGeom>
          <a:solidFill>
            <a:srgbClr val="AAAAA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問題背景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單一 Prompt 無法處理多領域複雜任務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412480" y="4572000"/>
            <a:ext cx="137160" cy="13716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0" y="4572000"/>
            <a:ext cx="137160" cy="137160"/>
          </a:xfrm>
          <a:prstGeom prst="ellipse">
            <a:avLst/>
          </a:prstGeom>
          <a:solidFill>
            <a:srgbClr val="AAAAAA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0" y="4572000"/>
            <a:ext cx="137160" cy="137160"/>
          </a:xfrm>
          <a:prstGeom prst="ellipse">
            <a:avLst/>
          </a:prstGeom>
          <a:solidFill>
            <a:srgbClr val="AAAAA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解決方向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Intent-Driven + Self-Optimization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412480" y="4572000"/>
            <a:ext cx="137160" cy="13716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0" y="4572000"/>
            <a:ext cx="137160" cy="137160"/>
          </a:xfrm>
          <a:prstGeom prst="ellipse">
            <a:avLst/>
          </a:prstGeom>
          <a:solidFill>
            <a:srgbClr val="AAAAAA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0" y="4572000"/>
            <a:ext cx="137160" cy="137160"/>
          </a:xfrm>
          <a:prstGeom prst="ellipse">
            <a:avLst/>
          </a:prstGeom>
          <a:solidFill>
            <a:srgbClr val="AAAAA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系統架構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· Executor · Memory Graph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412480" y="4572000"/>
            <a:ext cx="137160" cy="13716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0" y="4572000"/>
            <a:ext cx="137160" cy="137160"/>
          </a:xfrm>
          <a:prstGeom prst="ellipse">
            <a:avLst/>
          </a:prstGeom>
          <a:solidFill>
            <a:srgbClr val="AAAAAA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0" y="4572000"/>
            <a:ext cx="137160" cy="137160"/>
          </a:xfrm>
          <a:prstGeom prst="ellipse">
            <a:avLst/>
          </a:prstGeom>
          <a:solidFill>
            <a:srgbClr val="AAAAAA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三階段流程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確認需求 → S2 分析問題 → S3 規劃派工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412480" y="4572000"/>
            <a:ext cx="137160" cy="13716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0" y="4572000"/>
            <a:ext cx="137160" cy="137160"/>
          </a:xfrm>
          <a:prstGeom prst="ellipse">
            <a:avLst/>
          </a:prstGeom>
          <a:solidFill>
            <a:srgbClr val="AAAAAA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0" y="4572000"/>
            <a:ext cx="137160" cy="137160"/>
          </a:xfrm>
          <a:prstGeom prst="ellipse">
            <a:avLst/>
          </a:prstGeom>
          <a:solidFill>
            <a:srgbClr val="AAAAA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分工決策邏輯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根據複雜度自動選擇 Solo 或 Fork 模式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412480" y="4572000"/>
            <a:ext cx="137160" cy="13716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0" y="4572000"/>
            <a:ext cx="137160" cy="137160"/>
          </a:xfrm>
          <a:prstGeom prst="ellipse">
            <a:avLst/>
          </a:prstGeom>
          <a:solidFill>
            <a:srgbClr val="AAAAAA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0" y="4572000"/>
            <a:ext cx="137160" cy="137160"/>
          </a:xfrm>
          <a:prstGeom prst="ellipse">
            <a:avLst/>
          </a:prstGeom>
          <a:solidFill>
            <a:srgbClr val="AAAAA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PlannerManifest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結構化輸出，為下游執行系統提供藍圖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412480" y="4572000"/>
            <a:ext cx="137160" cy="13716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0" y="4572000"/>
            <a:ext cx="137160" cy="137160"/>
          </a:xfrm>
          <a:prstGeom prst="ellipse">
            <a:avLst/>
          </a:prstGeom>
          <a:solidFill>
            <a:srgbClr val="AAAAAA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0" y="4572000"/>
            <a:ext cx="137160" cy="137160"/>
          </a:xfrm>
          <a:prstGeom prst="ellipse">
            <a:avLst/>
          </a:prstGeom>
          <a:solidFill>
            <a:srgbClr val="AAAAA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4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系統展示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簡單任務 vs 複雜任務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412480" y="4572000"/>
            <a:ext cx="137160" cy="13716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0" y="4572000"/>
            <a:ext cx="137160" cy="137160"/>
          </a:xfrm>
          <a:prstGeom prst="ellipse">
            <a:avLst/>
          </a:prstGeom>
          <a:solidFill>
            <a:srgbClr val="AAAAAA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0" y="4572000"/>
            <a:ext cx="137160" cy="137160"/>
          </a:xfrm>
          <a:prstGeom prst="ellipse">
            <a:avLst/>
          </a:prstGeom>
          <a:solidFill>
            <a:srgbClr val="AAAAA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DB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結論與未來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A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已達成目標 · v0.3+ 發展方向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412480" y="4572000"/>
            <a:ext cx="137160" cy="137160"/>
          </a:xfrm>
          <a:prstGeom prst="ellipse">
            <a:avLst/>
          </a:prstGeom>
          <a:solidFill>
            <a:srgbClr val="00ADB5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0" y="4572000"/>
            <a:ext cx="137160" cy="137160"/>
          </a:xfrm>
          <a:prstGeom prst="ellipse">
            <a:avLst/>
          </a:prstGeom>
          <a:solidFill>
            <a:srgbClr val="AAAAAA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0" y="4572000"/>
            <a:ext cx="137160" cy="137160"/>
          </a:xfrm>
          <a:prstGeom prst="ellipse">
            <a:avLst/>
          </a:prstGeom>
          <a:solidFill>
            <a:srgbClr val="AAAAA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2026-05-28T09:05:35Z</dcterms:created>
  <dcterms:modified xsi:type="dcterms:W3CDTF">2026-05-28T09:05:35Z</dcterms:modified>
</cp:coreProperties>
</file>